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15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BA07B7-C97D-4408-9BBE-55197532B4EA}" v="19" dt="2026-06-26T15:36:24.0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15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CHYUT BHARDWAZ" userId="45ab08401a6ea3d3" providerId="LiveId" clId="{376D2318-CFF6-405E-9978-EC24064B2DE1}"/>
    <pc:docChg chg="undo custSel addSld delSld modSld sldOrd addSection delSection">
      <pc:chgData name="ACHYUT BHARDWAZ" userId="45ab08401a6ea3d3" providerId="LiveId" clId="{376D2318-CFF6-405E-9978-EC24064B2DE1}" dt="2026-06-26T16:20:26.145" v="259" actId="2696"/>
      <pc:docMkLst>
        <pc:docMk/>
      </pc:docMkLst>
      <pc:sldChg chg="modSp mod">
        <pc:chgData name="ACHYUT BHARDWAZ" userId="45ab08401a6ea3d3" providerId="LiveId" clId="{376D2318-CFF6-405E-9978-EC24064B2DE1}" dt="2026-06-26T13:47:54.502" v="217" actId="1076"/>
        <pc:sldMkLst>
          <pc:docMk/>
          <pc:sldMk cId="2388105096" sldId="258"/>
        </pc:sldMkLst>
        <pc:spChg chg="mod">
          <ac:chgData name="ACHYUT BHARDWAZ" userId="45ab08401a6ea3d3" providerId="LiveId" clId="{376D2318-CFF6-405E-9978-EC24064B2DE1}" dt="2026-06-26T13:47:41.117" v="214" actId="1076"/>
          <ac:spMkLst>
            <pc:docMk/>
            <pc:sldMk cId="2388105096" sldId="258"/>
            <ac:spMk id="12" creationId="{3BE75387-541A-6E31-EE49-24A89ABAF433}"/>
          </ac:spMkLst>
        </pc:spChg>
        <pc:picChg chg="mod">
          <ac:chgData name="ACHYUT BHARDWAZ" userId="45ab08401a6ea3d3" providerId="LiveId" clId="{376D2318-CFF6-405E-9978-EC24064B2DE1}" dt="2026-06-26T13:47:54.502" v="217" actId="1076"/>
          <ac:picMkLst>
            <pc:docMk/>
            <pc:sldMk cId="2388105096" sldId="258"/>
            <ac:picMk id="4" creationId="{AF05B012-3935-B6B3-5587-982300FF9A81}"/>
          </ac:picMkLst>
        </pc:picChg>
        <pc:picChg chg="mod">
          <ac:chgData name="ACHYUT BHARDWAZ" userId="45ab08401a6ea3d3" providerId="LiveId" clId="{376D2318-CFF6-405E-9978-EC24064B2DE1}" dt="2026-06-26T13:47:43.383" v="215" actId="1076"/>
          <ac:picMkLst>
            <pc:docMk/>
            <pc:sldMk cId="2388105096" sldId="258"/>
            <ac:picMk id="7" creationId="{506058F3-C312-1259-E55B-759E61B0782E}"/>
          </ac:picMkLst>
        </pc:picChg>
      </pc:sldChg>
      <pc:sldChg chg="addSp modSp mod">
        <pc:chgData name="ACHYUT BHARDWAZ" userId="45ab08401a6ea3d3" providerId="LiveId" clId="{376D2318-CFF6-405E-9978-EC24064B2DE1}" dt="2026-06-26T13:49:02.919" v="225" actId="1036"/>
        <pc:sldMkLst>
          <pc:docMk/>
          <pc:sldMk cId="3267479516" sldId="259"/>
        </pc:sldMkLst>
        <pc:spChg chg="mod ord">
          <ac:chgData name="ACHYUT BHARDWAZ" userId="45ab08401a6ea3d3" providerId="LiveId" clId="{376D2318-CFF6-405E-9978-EC24064B2DE1}" dt="2026-06-26T13:03:20.582" v="47" actId="1076"/>
          <ac:spMkLst>
            <pc:docMk/>
            <pc:sldMk cId="3267479516" sldId="259"/>
            <ac:spMk id="12" creationId="{27D697DF-FE02-8A55-028D-D92B1BCFBDF5}"/>
          </ac:spMkLst>
        </pc:spChg>
        <pc:picChg chg="add mod">
          <ac:chgData name="ACHYUT BHARDWAZ" userId="45ab08401a6ea3d3" providerId="LiveId" clId="{376D2318-CFF6-405E-9978-EC24064B2DE1}" dt="2026-06-26T13:00:19.962" v="24" actId="1076"/>
          <ac:picMkLst>
            <pc:docMk/>
            <pc:sldMk cId="3267479516" sldId="259"/>
            <ac:picMk id="3" creationId="{ABF2A687-51FE-BEFB-4126-28FE1F217E4B}"/>
          </ac:picMkLst>
        </pc:picChg>
        <pc:picChg chg="add mod">
          <ac:chgData name="ACHYUT BHARDWAZ" userId="45ab08401a6ea3d3" providerId="LiveId" clId="{376D2318-CFF6-405E-9978-EC24064B2DE1}" dt="2026-06-26T13:49:02.919" v="225" actId="1036"/>
          <ac:picMkLst>
            <pc:docMk/>
            <pc:sldMk cId="3267479516" sldId="259"/>
            <ac:picMk id="5" creationId="{4AB36DEF-EF28-EAF3-D1FE-69272326AD19}"/>
          </ac:picMkLst>
        </pc:picChg>
      </pc:sldChg>
      <pc:sldChg chg="addSp delSp modSp add mod">
        <pc:chgData name="ACHYUT BHARDWAZ" userId="45ab08401a6ea3d3" providerId="LiveId" clId="{376D2318-CFF6-405E-9978-EC24064B2DE1}" dt="2026-06-26T13:14:02.507" v="80" actId="14100"/>
        <pc:sldMkLst>
          <pc:docMk/>
          <pc:sldMk cId="511896894" sldId="260"/>
        </pc:sldMkLst>
        <pc:spChg chg="mod">
          <ac:chgData name="ACHYUT BHARDWAZ" userId="45ab08401a6ea3d3" providerId="LiveId" clId="{376D2318-CFF6-405E-9978-EC24064B2DE1}" dt="2026-06-26T13:14:02.507" v="80" actId="14100"/>
          <ac:spMkLst>
            <pc:docMk/>
            <pc:sldMk cId="511896894" sldId="260"/>
            <ac:spMk id="12" creationId="{97B787B6-6060-72AA-F050-D5F8224F7205}"/>
          </ac:spMkLst>
        </pc:spChg>
        <pc:picChg chg="add mod">
          <ac:chgData name="ACHYUT BHARDWAZ" userId="45ab08401a6ea3d3" providerId="LiveId" clId="{376D2318-CFF6-405E-9978-EC24064B2DE1}" dt="2026-06-26T13:09:38.435" v="58" actId="1076"/>
          <ac:picMkLst>
            <pc:docMk/>
            <pc:sldMk cId="511896894" sldId="260"/>
            <ac:picMk id="3" creationId="{B8CF0492-2C15-610E-A9E0-DCE77A726981}"/>
          </ac:picMkLst>
        </pc:picChg>
        <pc:picChg chg="add del mod">
          <ac:chgData name="ACHYUT BHARDWAZ" userId="45ab08401a6ea3d3" providerId="LiveId" clId="{376D2318-CFF6-405E-9978-EC24064B2DE1}" dt="2026-06-26T13:08:33.492" v="53" actId="478"/>
          <ac:picMkLst>
            <pc:docMk/>
            <pc:sldMk cId="511896894" sldId="260"/>
            <ac:picMk id="5" creationId="{E0E5A9C0-1416-D50B-7408-C4E83AF52196}"/>
          </ac:picMkLst>
        </pc:picChg>
        <pc:picChg chg="add mod">
          <ac:chgData name="ACHYUT BHARDWAZ" userId="45ab08401a6ea3d3" providerId="LiveId" clId="{376D2318-CFF6-405E-9978-EC24064B2DE1}" dt="2026-06-26T13:09:44.762" v="60" actId="1076"/>
          <ac:picMkLst>
            <pc:docMk/>
            <pc:sldMk cId="511896894" sldId="260"/>
            <ac:picMk id="7" creationId="{F8AA468F-8121-4170-6AA1-90A95DB2BB66}"/>
          </ac:picMkLst>
        </pc:picChg>
      </pc:sldChg>
      <pc:sldChg chg="addSp modSp add mod">
        <pc:chgData name="ACHYUT BHARDWAZ" userId="45ab08401a6ea3d3" providerId="LiveId" clId="{376D2318-CFF6-405E-9978-EC24064B2DE1}" dt="2026-06-26T13:25:22.941" v="127" actId="1076"/>
        <pc:sldMkLst>
          <pc:docMk/>
          <pc:sldMk cId="1756498812" sldId="261"/>
        </pc:sldMkLst>
        <pc:spChg chg="mod">
          <ac:chgData name="ACHYUT BHARDWAZ" userId="45ab08401a6ea3d3" providerId="LiveId" clId="{376D2318-CFF6-405E-9978-EC24064B2DE1}" dt="2026-06-26T13:25:22.941" v="127" actId="1076"/>
          <ac:spMkLst>
            <pc:docMk/>
            <pc:sldMk cId="1756498812" sldId="261"/>
            <ac:spMk id="12" creationId="{61D98AC0-F2D6-C84A-B638-ACFADA42F757}"/>
          </ac:spMkLst>
        </pc:spChg>
        <pc:picChg chg="add mod">
          <ac:chgData name="ACHYUT BHARDWAZ" userId="45ab08401a6ea3d3" providerId="LiveId" clId="{376D2318-CFF6-405E-9978-EC24064B2DE1}" dt="2026-06-26T13:22:43.740" v="90" actId="1076"/>
          <ac:picMkLst>
            <pc:docMk/>
            <pc:sldMk cId="1756498812" sldId="261"/>
            <ac:picMk id="3" creationId="{0F16D390-511C-7260-EAF4-58795CD97E31}"/>
          </ac:picMkLst>
        </pc:picChg>
        <pc:picChg chg="add mod">
          <ac:chgData name="ACHYUT BHARDWAZ" userId="45ab08401a6ea3d3" providerId="LiveId" clId="{376D2318-CFF6-405E-9978-EC24064B2DE1}" dt="2026-06-26T13:23:03.341" v="93" actId="1076"/>
          <ac:picMkLst>
            <pc:docMk/>
            <pc:sldMk cId="1756498812" sldId="261"/>
            <ac:picMk id="5" creationId="{CA336EF5-6F89-50E0-A869-D549AE5D4E12}"/>
          </ac:picMkLst>
        </pc:picChg>
      </pc:sldChg>
      <pc:sldChg chg="addSp modSp add mod">
        <pc:chgData name="ACHYUT BHARDWAZ" userId="45ab08401a6ea3d3" providerId="LiveId" clId="{376D2318-CFF6-405E-9978-EC24064B2DE1}" dt="2026-06-26T13:31:43.629" v="148" actId="1076"/>
        <pc:sldMkLst>
          <pc:docMk/>
          <pc:sldMk cId="3744773410" sldId="262"/>
        </pc:sldMkLst>
        <pc:spChg chg="mod">
          <ac:chgData name="ACHYUT BHARDWAZ" userId="45ab08401a6ea3d3" providerId="LiveId" clId="{376D2318-CFF6-405E-9978-EC24064B2DE1}" dt="2026-06-26T13:31:43.629" v="148" actId="1076"/>
          <ac:spMkLst>
            <pc:docMk/>
            <pc:sldMk cId="3744773410" sldId="262"/>
            <ac:spMk id="12" creationId="{0B09A456-83CA-C0F1-36F4-9257B1AA2587}"/>
          </ac:spMkLst>
        </pc:spChg>
        <pc:picChg chg="add mod">
          <ac:chgData name="ACHYUT BHARDWAZ" userId="45ab08401a6ea3d3" providerId="LiveId" clId="{376D2318-CFF6-405E-9978-EC24064B2DE1}" dt="2026-06-26T13:29:19.333" v="138" actId="14100"/>
          <ac:picMkLst>
            <pc:docMk/>
            <pc:sldMk cId="3744773410" sldId="262"/>
            <ac:picMk id="3" creationId="{BD522B5D-7782-7990-F46A-B4072B1B6298}"/>
          </ac:picMkLst>
        </pc:picChg>
        <pc:picChg chg="add mod">
          <ac:chgData name="ACHYUT BHARDWAZ" userId="45ab08401a6ea3d3" providerId="LiveId" clId="{376D2318-CFF6-405E-9978-EC24064B2DE1}" dt="2026-06-26T13:28:57.185" v="136" actId="14100"/>
          <ac:picMkLst>
            <pc:docMk/>
            <pc:sldMk cId="3744773410" sldId="262"/>
            <ac:picMk id="5" creationId="{DC8D789E-D2C8-F6D4-A039-25ED51B8092B}"/>
          </ac:picMkLst>
        </pc:picChg>
      </pc:sldChg>
      <pc:sldChg chg="addSp modSp add mod">
        <pc:chgData name="ACHYUT BHARDWAZ" userId="45ab08401a6ea3d3" providerId="LiveId" clId="{376D2318-CFF6-405E-9978-EC24064B2DE1}" dt="2026-06-26T13:36:56.722" v="178" actId="14100"/>
        <pc:sldMkLst>
          <pc:docMk/>
          <pc:sldMk cId="2154284414" sldId="263"/>
        </pc:sldMkLst>
        <pc:spChg chg="mod">
          <ac:chgData name="ACHYUT BHARDWAZ" userId="45ab08401a6ea3d3" providerId="LiveId" clId="{376D2318-CFF6-405E-9978-EC24064B2DE1}" dt="2026-06-26T13:36:41.397" v="176" actId="1076"/>
          <ac:spMkLst>
            <pc:docMk/>
            <pc:sldMk cId="2154284414" sldId="263"/>
            <ac:spMk id="12" creationId="{1236AA7E-BD4B-318E-BFAD-1BEB4D7EC7C9}"/>
          </ac:spMkLst>
        </pc:spChg>
        <pc:picChg chg="add mod">
          <ac:chgData name="ACHYUT BHARDWAZ" userId="45ab08401a6ea3d3" providerId="LiveId" clId="{376D2318-CFF6-405E-9978-EC24064B2DE1}" dt="2026-06-26T13:36:56.722" v="178" actId="14100"/>
          <ac:picMkLst>
            <pc:docMk/>
            <pc:sldMk cId="2154284414" sldId="263"/>
            <ac:picMk id="3" creationId="{0991A0EF-079B-AB71-2AA6-3B70EBEC09BA}"/>
          </ac:picMkLst>
        </pc:picChg>
        <pc:picChg chg="add mod">
          <ac:chgData name="ACHYUT BHARDWAZ" userId="45ab08401a6ea3d3" providerId="LiveId" clId="{376D2318-CFF6-405E-9978-EC24064B2DE1}" dt="2026-06-26T13:35:30.160" v="170" actId="14100"/>
          <ac:picMkLst>
            <pc:docMk/>
            <pc:sldMk cId="2154284414" sldId="263"/>
            <ac:picMk id="5" creationId="{201F73FD-32CA-41DC-35A8-0406CCC10FAD}"/>
          </ac:picMkLst>
        </pc:picChg>
      </pc:sldChg>
      <pc:sldChg chg="addSp delSp modSp add mod modTransition">
        <pc:chgData name="ACHYUT BHARDWAZ" userId="45ab08401a6ea3d3" providerId="LiveId" clId="{376D2318-CFF6-405E-9978-EC24064B2DE1}" dt="2026-06-26T15:34:09.539" v="227"/>
        <pc:sldMkLst>
          <pc:docMk/>
          <pc:sldMk cId="2670556667" sldId="264"/>
        </pc:sldMkLst>
        <pc:spChg chg="add mod">
          <ac:chgData name="ACHYUT BHARDWAZ" userId="45ab08401a6ea3d3" providerId="LiveId" clId="{376D2318-CFF6-405E-9978-EC24064B2DE1}" dt="2026-06-26T13:44:06.225" v="213" actId="1076"/>
          <ac:spMkLst>
            <pc:docMk/>
            <pc:sldMk cId="2670556667" sldId="264"/>
            <ac:spMk id="6" creationId="{19DB94FF-7667-4ABD-EA9A-8DCC3DB88874}"/>
          </ac:spMkLst>
        </pc:spChg>
        <pc:spChg chg="del mod">
          <ac:chgData name="ACHYUT BHARDWAZ" userId="45ab08401a6ea3d3" providerId="LiveId" clId="{376D2318-CFF6-405E-9978-EC24064B2DE1}" dt="2026-06-26T13:41:06.398" v="188" actId="478"/>
          <ac:spMkLst>
            <pc:docMk/>
            <pc:sldMk cId="2670556667" sldId="264"/>
            <ac:spMk id="12" creationId="{2C73B2A5-C7A8-099C-C97A-F85CE00CD2C8}"/>
          </ac:spMkLst>
        </pc:spChg>
        <pc:picChg chg="del">
          <ac:chgData name="ACHYUT BHARDWAZ" userId="45ab08401a6ea3d3" providerId="LiveId" clId="{376D2318-CFF6-405E-9978-EC24064B2DE1}" dt="2026-06-26T13:37:38.429" v="180" actId="478"/>
          <ac:picMkLst>
            <pc:docMk/>
            <pc:sldMk cId="2670556667" sldId="264"/>
            <ac:picMk id="3" creationId="{1F419505-3A90-1843-1C6C-056AAA2D84D5}"/>
          </ac:picMkLst>
        </pc:picChg>
        <pc:picChg chg="add mod">
          <ac:chgData name="ACHYUT BHARDWAZ" userId="45ab08401a6ea3d3" providerId="LiveId" clId="{376D2318-CFF6-405E-9978-EC24064B2DE1}" dt="2026-06-26T13:41:20.316" v="191" actId="14100"/>
          <ac:picMkLst>
            <pc:docMk/>
            <pc:sldMk cId="2670556667" sldId="264"/>
            <ac:picMk id="4" creationId="{B0E269DD-E4B6-00BF-81B7-4132601F4EE0}"/>
          </ac:picMkLst>
        </pc:picChg>
        <pc:picChg chg="del">
          <ac:chgData name="ACHYUT BHARDWAZ" userId="45ab08401a6ea3d3" providerId="LiveId" clId="{376D2318-CFF6-405E-9978-EC24064B2DE1}" dt="2026-06-26T13:37:39.931" v="181" actId="478"/>
          <ac:picMkLst>
            <pc:docMk/>
            <pc:sldMk cId="2670556667" sldId="264"/>
            <ac:picMk id="5" creationId="{C60409BC-1264-DE43-45B1-386C156CC51F}"/>
          </ac:picMkLst>
        </pc:picChg>
      </pc:sldChg>
      <pc:sldChg chg="modSp new add del">
        <pc:chgData name="ACHYUT BHARDWAZ" userId="45ab08401a6ea3d3" providerId="LiveId" clId="{376D2318-CFF6-405E-9978-EC24064B2DE1}" dt="2026-06-26T15:38:22.968" v="237" actId="2696"/>
        <pc:sldMkLst>
          <pc:docMk/>
          <pc:sldMk cId="657562680" sldId="265"/>
        </pc:sldMkLst>
        <pc:spChg chg="mod">
          <ac:chgData name="ACHYUT BHARDWAZ" userId="45ab08401a6ea3d3" providerId="LiveId" clId="{376D2318-CFF6-405E-9978-EC24064B2DE1}" dt="2026-06-26T15:36:24.019" v="235"/>
          <ac:spMkLst>
            <pc:docMk/>
            <pc:sldMk cId="657562680" sldId="265"/>
            <ac:spMk id="2" creationId="{115AF8AE-0737-2415-0231-D485F7398BDC}"/>
          </ac:spMkLst>
        </pc:spChg>
        <pc:spChg chg="mod">
          <ac:chgData name="ACHYUT BHARDWAZ" userId="45ab08401a6ea3d3" providerId="LiveId" clId="{376D2318-CFF6-405E-9978-EC24064B2DE1}" dt="2026-06-26T15:36:24.019" v="235"/>
          <ac:spMkLst>
            <pc:docMk/>
            <pc:sldMk cId="657562680" sldId="265"/>
            <ac:spMk id="3" creationId="{9156FB8A-B2F2-E4C2-59E0-CC3C23CCE403}"/>
          </ac:spMkLst>
        </pc:spChg>
      </pc:sldChg>
      <pc:sldChg chg="addSp modSp new del mod ord">
        <pc:chgData name="ACHYUT BHARDWAZ" userId="45ab08401a6ea3d3" providerId="LiveId" clId="{376D2318-CFF6-405E-9978-EC24064B2DE1}" dt="2026-06-26T16:20:19.074" v="257" actId="2696"/>
        <pc:sldMkLst>
          <pc:docMk/>
          <pc:sldMk cId="2179517048" sldId="265"/>
        </pc:sldMkLst>
        <pc:picChg chg="add mod">
          <ac:chgData name="ACHYUT BHARDWAZ" userId="45ab08401a6ea3d3" providerId="LiveId" clId="{376D2318-CFF6-405E-9978-EC24064B2DE1}" dt="2026-06-26T15:41:50.094" v="256" actId="14100"/>
          <ac:picMkLst>
            <pc:docMk/>
            <pc:sldMk cId="2179517048" sldId="265"/>
            <ac:picMk id="3" creationId="{17D7C536-8B08-52BD-BB8C-40914C9AEE13}"/>
          </ac:picMkLst>
        </pc:picChg>
      </pc:sldChg>
      <pc:sldChg chg="addSp modSp add del mod">
        <pc:chgData name="ACHYUT BHARDWAZ" userId="45ab08401a6ea3d3" providerId="LiveId" clId="{376D2318-CFF6-405E-9978-EC24064B2DE1}" dt="2026-06-26T16:20:26.145" v="259" actId="2696"/>
        <pc:sldMkLst>
          <pc:docMk/>
          <pc:sldMk cId="1118948850" sldId="266"/>
        </pc:sldMkLst>
        <pc:picChg chg="add mod">
          <ac:chgData name="ACHYUT BHARDWAZ" userId="45ab08401a6ea3d3" providerId="LiveId" clId="{376D2318-CFF6-405E-9978-EC24064B2DE1}" dt="2026-06-26T15:41:01.626" v="252" actId="14100"/>
          <ac:picMkLst>
            <pc:docMk/>
            <pc:sldMk cId="1118948850" sldId="266"/>
            <ac:picMk id="3" creationId="{7D5E71D2-5A90-E682-6C55-BAC82E25B7BF}"/>
          </ac:picMkLst>
        </pc:picChg>
      </pc:sldChg>
      <pc:sldChg chg="addSp delSp new del mod">
        <pc:chgData name="ACHYUT BHARDWAZ" userId="45ab08401a6ea3d3" providerId="LiveId" clId="{376D2318-CFF6-405E-9978-EC24064B2DE1}" dt="2026-06-26T15:38:18.504" v="236" actId="2696"/>
        <pc:sldMkLst>
          <pc:docMk/>
          <pc:sldMk cId="3427543587" sldId="266"/>
        </pc:sldMkLst>
        <pc:spChg chg="add del">
          <ac:chgData name="ACHYUT BHARDWAZ" userId="45ab08401a6ea3d3" providerId="LiveId" clId="{376D2318-CFF6-405E-9978-EC24064B2DE1}" dt="2026-06-26T15:36:02.147" v="233" actId="22"/>
          <ac:spMkLst>
            <pc:docMk/>
            <pc:sldMk cId="3427543587" sldId="266"/>
            <ac:spMk id="3" creationId="{F0098E0C-F35C-142B-666D-FF4634712906}"/>
          </ac:spMkLst>
        </pc:spChg>
      </pc:sldChg>
      <pc:sldChg chg="addSp modSp add del mod">
        <pc:chgData name="ACHYUT BHARDWAZ" userId="45ab08401a6ea3d3" providerId="LiveId" clId="{376D2318-CFF6-405E-9978-EC24064B2DE1}" dt="2026-06-26T16:20:22.645" v="258" actId="2696"/>
        <pc:sldMkLst>
          <pc:docMk/>
          <pc:sldMk cId="3104707682" sldId="267"/>
        </pc:sldMkLst>
        <pc:picChg chg="add mod">
          <ac:chgData name="ACHYUT BHARDWAZ" userId="45ab08401a6ea3d3" providerId="LiveId" clId="{376D2318-CFF6-405E-9978-EC24064B2DE1}" dt="2026-06-26T15:40:31.968" v="249" actId="14100"/>
          <ac:picMkLst>
            <pc:docMk/>
            <pc:sldMk cId="3104707682" sldId="267"/>
            <ac:picMk id="3" creationId="{8C5F92EA-A51C-79DA-802C-026CF7D1616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78B1D50-528F-4E3F-B975-F219A9204AE6}" type="datetimeFigureOut">
              <a:rPr lang="en-IN" smtClean="0"/>
              <a:t>26-06-2026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70D464-A8E1-437D-BD37-913BB28989C7}" type="slidenum">
              <a:rPr lang="en-IN" smtClean="0"/>
              <a:t>‹#›</a:t>
            </a:fld>
            <a:endParaRPr lang="en-IN"/>
          </a:p>
        </p:txBody>
      </p:sp>
    </p:spTree>
    <p:extLst>
      <p:ext uri="{BB962C8B-B14F-4D97-AF65-F5344CB8AC3E}">
        <p14:creationId xmlns:p14="http://schemas.microsoft.com/office/powerpoint/2010/main" val="2650482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8B1D50-528F-4E3F-B975-F219A9204AE6}" type="datetimeFigureOut">
              <a:rPr lang="en-IN" smtClean="0"/>
              <a:t>26-06-2026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70D464-A8E1-437D-BD37-913BB28989C7}" type="slidenum">
              <a:rPr lang="en-IN" smtClean="0"/>
              <a:t>‹#›</a:t>
            </a:fld>
            <a:endParaRPr lang="en-IN"/>
          </a:p>
        </p:txBody>
      </p:sp>
    </p:spTree>
    <p:extLst>
      <p:ext uri="{BB962C8B-B14F-4D97-AF65-F5344CB8AC3E}">
        <p14:creationId xmlns:p14="http://schemas.microsoft.com/office/powerpoint/2010/main" val="3403920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8B1D50-528F-4E3F-B975-F219A9204AE6}" type="datetimeFigureOut">
              <a:rPr lang="en-IN" smtClean="0"/>
              <a:t>26-06-2026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70D464-A8E1-437D-BD37-913BB28989C7}" type="slidenum">
              <a:rPr lang="en-IN" smtClean="0"/>
              <a:t>‹#›</a:t>
            </a:fld>
            <a:endParaRPr lang="en-IN"/>
          </a:p>
        </p:txBody>
      </p:sp>
    </p:spTree>
    <p:extLst>
      <p:ext uri="{BB962C8B-B14F-4D97-AF65-F5344CB8AC3E}">
        <p14:creationId xmlns:p14="http://schemas.microsoft.com/office/powerpoint/2010/main" val="2535838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8B1D50-528F-4E3F-B975-F219A9204AE6}" type="datetimeFigureOut">
              <a:rPr lang="en-IN" smtClean="0"/>
              <a:t>26-06-2026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70D464-A8E1-437D-BD37-913BB28989C7}" type="slidenum">
              <a:rPr lang="en-IN" smtClean="0"/>
              <a:t>‹#›</a:t>
            </a:fld>
            <a:endParaRPr lang="en-IN"/>
          </a:p>
        </p:txBody>
      </p:sp>
    </p:spTree>
    <p:extLst>
      <p:ext uri="{BB962C8B-B14F-4D97-AF65-F5344CB8AC3E}">
        <p14:creationId xmlns:p14="http://schemas.microsoft.com/office/powerpoint/2010/main" val="2806908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8B1D50-528F-4E3F-B975-F219A9204AE6}" type="datetimeFigureOut">
              <a:rPr lang="en-IN" smtClean="0"/>
              <a:t>26-06-2026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470D464-A8E1-437D-BD37-913BB28989C7}" type="slidenum">
              <a:rPr lang="en-IN" smtClean="0"/>
              <a:t>‹#›</a:t>
            </a:fld>
            <a:endParaRPr lang="en-IN"/>
          </a:p>
        </p:txBody>
      </p:sp>
    </p:spTree>
    <p:extLst>
      <p:ext uri="{BB962C8B-B14F-4D97-AF65-F5344CB8AC3E}">
        <p14:creationId xmlns:p14="http://schemas.microsoft.com/office/powerpoint/2010/main" val="1195238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78B1D50-528F-4E3F-B975-F219A9204AE6}" type="datetimeFigureOut">
              <a:rPr lang="en-IN" smtClean="0"/>
              <a:t>26-06-2026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470D464-A8E1-437D-BD37-913BB28989C7}" type="slidenum">
              <a:rPr lang="en-IN" smtClean="0"/>
              <a:t>‹#›</a:t>
            </a:fld>
            <a:endParaRPr lang="en-IN"/>
          </a:p>
        </p:txBody>
      </p:sp>
    </p:spTree>
    <p:extLst>
      <p:ext uri="{BB962C8B-B14F-4D97-AF65-F5344CB8AC3E}">
        <p14:creationId xmlns:p14="http://schemas.microsoft.com/office/powerpoint/2010/main" val="1841655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8B1D50-528F-4E3F-B975-F219A9204AE6}" type="datetimeFigureOut">
              <a:rPr lang="en-IN" smtClean="0"/>
              <a:t>26-06-2026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470D464-A8E1-437D-BD37-913BB28989C7}" type="slidenum">
              <a:rPr lang="en-IN" smtClean="0"/>
              <a:t>‹#›</a:t>
            </a:fld>
            <a:endParaRPr lang="en-IN"/>
          </a:p>
        </p:txBody>
      </p:sp>
    </p:spTree>
    <p:extLst>
      <p:ext uri="{BB962C8B-B14F-4D97-AF65-F5344CB8AC3E}">
        <p14:creationId xmlns:p14="http://schemas.microsoft.com/office/powerpoint/2010/main" val="3237824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8B1D50-528F-4E3F-B975-F219A9204AE6}" type="datetimeFigureOut">
              <a:rPr lang="en-IN" smtClean="0"/>
              <a:t>26-06-2026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70D464-A8E1-437D-BD37-913BB28989C7}" type="slidenum">
              <a:rPr lang="en-IN" smtClean="0"/>
              <a:t>‹#›</a:t>
            </a:fld>
            <a:endParaRPr lang="en-IN"/>
          </a:p>
        </p:txBody>
      </p:sp>
    </p:spTree>
    <p:extLst>
      <p:ext uri="{BB962C8B-B14F-4D97-AF65-F5344CB8AC3E}">
        <p14:creationId xmlns:p14="http://schemas.microsoft.com/office/powerpoint/2010/main" val="206796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978B1D50-528F-4E3F-B975-F219A9204AE6}" type="datetimeFigureOut">
              <a:rPr lang="en-IN" smtClean="0"/>
              <a:t>26-06-2026</a:t>
            </a:fld>
            <a:endParaRPr lang="en-IN"/>
          </a:p>
        </p:txBody>
      </p:sp>
      <p:sp>
        <p:nvSpPr>
          <p:cNvPr id="6" name="Footer Placeholder 5"/>
          <p:cNvSpPr>
            <a:spLocks noGrp="1"/>
          </p:cNvSpPr>
          <p:nvPr>
            <p:ph type="ftr" sz="quarter" idx="11"/>
          </p:nvPr>
        </p:nvSpPr>
        <p:spPr>
          <a:xfrm>
            <a:off x="1141412" y="5883275"/>
            <a:ext cx="5105400" cy="365125"/>
          </a:xfrm>
        </p:spPr>
        <p:txBody>
          <a:bodyPr/>
          <a:lstStyle/>
          <a:p>
            <a:endParaRPr lang="en-IN"/>
          </a:p>
        </p:txBody>
      </p:sp>
      <p:sp>
        <p:nvSpPr>
          <p:cNvPr id="7" name="Slide Number Placeholder 6"/>
          <p:cNvSpPr>
            <a:spLocks noGrp="1"/>
          </p:cNvSpPr>
          <p:nvPr>
            <p:ph type="sldNum" sz="quarter" idx="12"/>
          </p:nvPr>
        </p:nvSpPr>
        <p:spPr>
          <a:xfrm>
            <a:off x="10742612" y="5883275"/>
            <a:ext cx="322567" cy="365125"/>
          </a:xfrm>
        </p:spPr>
        <p:txBody>
          <a:bodyPr/>
          <a:lstStyle/>
          <a:p>
            <a:fld id="{A470D464-A8E1-437D-BD37-913BB28989C7}" type="slidenum">
              <a:rPr lang="en-IN" smtClean="0"/>
              <a:t>‹#›</a:t>
            </a:fld>
            <a:endParaRPr lang="en-IN"/>
          </a:p>
        </p:txBody>
      </p:sp>
    </p:spTree>
    <p:extLst>
      <p:ext uri="{BB962C8B-B14F-4D97-AF65-F5344CB8AC3E}">
        <p14:creationId xmlns:p14="http://schemas.microsoft.com/office/powerpoint/2010/main" val="1795104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8B1D50-528F-4E3F-B975-F219A9204AE6}" type="datetimeFigureOut">
              <a:rPr lang="en-IN" smtClean="0"/>
              <a:t>26-06-2026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70D464-A8E1-437D-BD37-913BB28989C7}" type="slidenum">
              <a:rPr lang="en-IN" smtClean="0"/>
              <a:t>‹#›</a:t>
            </a:fld>
            <a:endParaRPr lang="en-IN"/>
          </a:p>
        </p:txBody>
      </p:sp>
    </p:spTree>
    <p:extLst>
      <p:ext uri="{BB962C8B-B14F-4D97-AF65-F5344CB8AC3E}">
        <p14:creationId xmlns:p14="http://schemas.microsoft.com/office/powerpoint/2010/main" val="1685436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8B1D50-528F-4E3F-B975-F219A9204AE6}" type="datetimeFigureOut">
              <a:rPr lang="en-IN" smtClean="0"/>
              <a:t>26-06-2026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70D464-A8E1-437D-BD37-913BB28989C7}" type="slidenum">
              <a:rPr lang="en-IN" smtClean="0"/>
              <a:t>‹#›</a:t>
            </a:fld>
            <a:endParaRPr lang="en-IN"/>
          </a:p>
        </p:txBody>
      </p:sp>
    </p:spTree>
    <p:extLst>
      <p:ext uri="{BB962C8B-B14F-4D97-AF65-F5344CB8AC3E}">
        <p14:creationId xmlns:p14="http://schemas.microsoft.com/office/powerpoint/2010/main" val="1183919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978B1D50-528F-4E3F-B975-F219A9204AE6}" type="datetimeFigureOut">
              <a:rPr lang="en-IN" smtClean="0"/>
              <a:t>26-06-2026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70D464-A8E1-437D-BD37-913BB28989C7}" type="slidenum">
              <a:rPr lang="en-IN" smtClean="0"/>
              <a:t>‹#›</a:t>
            </a:fld>
            <a:endParaRPr lang="en-IN"/>
          </a:p>
        </p:txBody>
      </p:sp>
    </p:spTree>
    <p:extLst>
      <p:ext uri="{BB962C8B-B14F-4D97-AF65-F5344CB8AC3E}">
        <p14:creationId xmlns:p14="http://schemas.microsoft.com/office/powerpoint/2010/main" val="10599100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978B1D50-528F-4E3F-B975-F219A9204AE6}" type="datetimeFigureOut">
              <a:rPr lang="en-IN" smtClean="0"/>
              <a:t>26-06-2026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70D464-A8E1-437D-BD37-913BB28989C7}" type="slidenum">
              <a:rPr lang="en-IN" smtClean="0"/>
              <a:t>‹#›</a:t>
            </a:fld>
            <a:endParaRPr lang="en-IN"/>
          </a:p>
        </p:txBody>
      </p:sp>
    </p:spTree>
    <p:extLst>
      <p:ext uri="{BB962C8B-B14F-4D97-AF65-F5344CB8AC3E}">
        <p14:creationId xmlns:p14="http://schemas.microsoft.com/office/powerpoint/2010/main" val="37749909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8B1D50-528F-4E3F-B975-F219A9204AE6}" type="datetimeFigureOut">
              <a:rPr lang="en-IN" smtClean="0"/>
              <a:t>26-06-2026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70D464-A8E1-437D-BD37-913BB28989C7}" type="slidenum">
              <a:rPr lang="en-IN" smtClean="0"/>
              <a:t>‹#›</a:t>
            </a:fld>
            <a:endParaRPr lang="en-IN"/>
          </a:p>
        </p:txBody>
      </p:sp>
    </p:spTree>
    <p:extLst>
      <p:ext uri="{BB962C8B-B14F-4D97-AF65-F5344CB8AC3E}">
        <p14:creationId xmlns:p14="http://schemas.microsoft.com/office/powerpoint/2010/main" val="27308652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8B1D50-528F-4E3F-B975-F219A9204AE6}" type="datetimeFigureOut">
              <a:rPr lang="en-IN" smtClean="0"/>
              <a:t>26-06-2026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70D464-A8E1-437D-BD37-913BB28989C7}" type="slidenum">
              <a:rPr lang="en-IN" smtClean="0"/>
              <a:t>‹#›</a:t>
            </a:fld>
            <a:endParaRPr lang="en-IN"/>
          </a:p>
        </p:txBody>
      </p:sp>
    </p:spTree>
    <p:extLst>
      <p:ext uri="{BB962C8B-B14F-4D97-AF65-F5344CB8AC3E}">
        <p14:creationId xmlns:p14="http://schemas.microsoft.com/office/powerpoint/2010/main" val="40362429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8B1D50-528F-4E3F-B975-F219A9204AE6}" type="datetimeFigureOut">
              <a:rPr lang="en-IN" smtClean="0"/>
              <a:t>26-06-2026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70D464-A8E1-437D-BD37-913BB28989C7}" type="slidenum">
              <a:rPr lang="en-IN" smtClean="0"/>
              <a:t>‹#›</a:t>
            </a:fld>
            <a:endParaRPr lang="en-IN"/>
          </a:p>
        </p:txBody>
      </p:sp>
    </p:spTree>
    <p:extLst>
      <p:ext uri="{BB962C8B-B14F-4D97-AF65-F5344CB8AC3E}">
        <p14:creationId xmlns:p14="http://schemas.microsoft.com/office/powerpoint/2010/main" val="32906104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8B1D50-528F-4E3F-B975-F219A9204AE6}" type="datetimeFigureOut">
              <a:rPr lang="en-IN" smtClean="0"/>
              <a:t>26-06-2026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70D464-A8E1-437D-BD37-913BB28989C7}" type="slidenum">
              <a:rPr lang="en-IN" smtClean="0"/>
              <a:t>‹#›</a:t>
            </a:fld>
            <a:endParaRPr lang="en-IN"/>
          </a:p>
        </p:txBody>
      </p:sp>
    </p:spTree>
    <p:extLst>
      <p:ext uri="{BB962C8B-B14F-4D97-AF65-F5344CB8AC3E}">
        <p14:creationId xmlns:p14="http://schemas.microsoft.com/office/powerpoint/2010/main" val="2784407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978B1D50-528F-4E3F-B975-F219A9204AE6}" type="datetimeFigureOut">
              <a:rPr lang="en-IN" smtClean="0"/>
              <a:t>26-06-2026</a:t>
            </a:fld>
            <a:endParaRPr lang="en-IN"/>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IN"/>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A470D464-A8E1-437D-BD37-913BB28989C7}" type="slidenum">
              <a:rPr lang="en-IN" smtClean="0"/>
              <a:t>‹#›</a:t>
            </a:fld>
            <a:endParaRPr lang="en-IN"/>
          </a:p>
        </p:txBody>
      </p:sp>
    </p:spTree>
    <p:extLst>
      <p:ext uri="{BB962C8B-B14F-4D97-AF65-F5344CB8AC3E}">
        <p14:creationId xmlns:p14="http://schemas.microsoft.com/office/powerpoint/2010/main" val="1611381152"/>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1515"/>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23FDA72-121A-43E7-060E-CBEEDFAAD7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4880" y="0"/>
            <a:ext cx="6685936" cy="3844413"/>
          </a:xfrm>
          <a:prstGeom prst="rect">
            <a:avLst/>
          </a:prstGeom>
          <a:solidFill>
            <a:srgbClr val="FF0000">
              <a:alpha val="0"/>
            </a:srgbClr>
          </a:solidFill>
        </p:spPr>
      </p:pic>
      <p:pic>
        <p:nvPicPr>
          <p:cNvPr id="11" name="Picture 10">
            <a:extLst>
              <a:ext uri="{FF2B5EF4-FFF2-40B4-BE49-F238E27FC236}">
                <a16:creationId xmlns:a16="http://schemas.microsoft.com/office/drawing/2014/main" id="{0C26471F-6BBE-34B6-FCBF-50EF5F9188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6083" y="4073452"/>
            <a:ext cx="6614733" cy="1188823"/>
          </a:xfrm>
          <a:prstGeom prst="rect">
            <a:avLst/>
          </a:prstGeom>
        </p:spPr>
      </p:pic>
      <p:sp>
        <p:nvSpPr>
          <p:cNvPr id="12" name="TextBox 11">
            <a:extLst>
              <a:ext uri="{FF2B5EF4-FFF2-40B4-BE49-F238E27FC236}">
                <a16:creationId xmlns:a16="http://schemas.microsoft.com/office/drawing/2014/main" id="{CE06CB81-69CC-6605-3B84-5EF5A32BD19B}"/>
              </a:ext>
            </a:extLst>
          </p:cNvPr>
          <p:cNvSpPr txBox="1"/>
          <p:nvPr/>
        </p:nvSpPr>
        <p:spPr>
          <a:xfrm>
            <a:off x="2716082" y="5491314"/>
            <a:ext cx="6614733" cy="1169551"/>
          </a:xfrm>
          <a:prstGeom prst="rect">
            <a:avLst/>
          </a:prstGeom>
          <a:noFill/>
        </p:spPr>
        <p:txBody>
          <a:bodyPr wrap="square" rtlCol="0">
            <a:spAutoFit/>
          </a:bodyPr>
          <a:lstStyle/>
          <a:p>
            <a:r>
              <a:rPr lang="en-IN" sz="1400" b="1" dirty="0"/>
              <a:t>Brand Metrics Summary</a:t>
            </a:r>
            <a:endParaRPr lang="en-IN" sz="1400" dirty="0"/>
          </a:p>
          <a:p>
            <a:r>
              <a:rPr lang="en-IN" sz="1400" dirty="0"/>
              <a:t>This query analyzes the performance of each brand by calculating total orders, gross revenue, discounts, net revenue, and average order values using only delivered orders.</a:t>
            </a:r>
          </a:p>
          <a:p>
            <a:endParaRPr lang="en-IN" sz="1400" dirty="0"/>
          </a:p>
        </p:txBody>
      </p:sp>
    </p:spTree>
    <p:extLst>
      <p:ext uri="{BB962C8B-B14F-4D97-AF65-F5344CB8AC3E}">
        <p14:creationId xmlns:p14="http://schemas.microsoft.com/office/powerpoint/2010/main" val="981032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51515"/>
        </a:solidFill>
        <a:effectLst/>
      </p:bgPr>
    </p:bg>
    <p:spTree>
      <p:nvGrpSpPr>
        <p:cNvPr id="1" name="">
          <a:extLst>
            <a:ext uri="{FF2B5EF4-FFF2-40B4-BE49-F238E27FC236}">
              <a16:creationId xmlns:a16="http://schemas.microsoft.com/office/drawing/2014/main" id="{9D1D0D95-8D34-F094-7846-EB3E9B9E618B}"/>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F5C64FFE-5365-9546-647F-38176330B81F}"/>
              </a:ext>
            </a:extLst>
          </p:cNvPr>
          <p:cNvSpPr txBox="1"/>
          <p:nvPr/>
        </p:nvSpPr>
        <p:spPr>
          <a:xfrm>
            <a:off x="2985278" y="4897295"/>
            <a:ext cx="6614733" cy="1169551"/>
          </a:xfrm>
          <a:prstGeom prst="rect">
            <a:avLst/>
          </a:prstGeom>
          <a:noFill/>
        </p:spPr>
        <p:txBody>
          <a:bodyPr wrap="square" rtlCol="0">
            <a:spAutoFit/>
          </a:bodyPr>
          <a:lstStyle/>
          <a:p>
            <a:r>
              <a:rPr lang="en-US" sz="1400" b="1" dirty="0"/>
              <a:t>Which brand has the highest number of cancelled or returned orders?</a:t>
            </a:r>
          </a:p>
          <a:p>
            <a:endParaRPr lang="en-US" sz="1400" dirty="0"/>
          </a:p>
          <a:p>
            <a:r>
              <a:rPr lang="en-US" sz="1400" dirty="0"/>
              <a:t>If a brand has massive total orders but a high cancel or refund pct, it means marketing is doing a great job bringing people in, but the kitchen operations or delivery fleet is failing them.</a:t>
            </a:r>
            <a:endParaRPr lang="en-IN" sz="1400" dirty="0"/>
          </a:p>
        </p:txBody>
      </p:sp>
      <p:pic>
        <p:nvPicPr>
          <p:cNvPr id="3" name="Picture 2">
            <a:extLst>
              <a:ext uri="{FF2B5EF4-FFF2-40B4-BE49-F238E27FC236}">
                <a16:creationId xmlns:a16="http://schemas.microsoft.com/office/drawing/2014/main" id="{688C5D22-E0EE-133F-1691-131B008C79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2268" y="28849"/>
            <a:ext cx="6685200" cy="4426686"/>
          </a:xfrm>
          <a:prstGeom prst="rect">
            <a:avLst/>
          </a:prstGeom>
        </p:spPr>
      </p:pic>
      <p:pic>
        <p:nvPicPr>
          <p:cNvPr id="5" name="Picture 4">
            <a:extLst>
              <a:ext uri="{FF2B5EF4-FFF2-40B4-BE49-F238E27FC236}">
                <a16:creationId xmlns:a16="http://schemas.microsoft.com/office/drawing/2014/main" id="{A68A406E-F8D1-5CDE-DC2F-09FA72C349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7468" y="1640160"/>
            <a:ext cx="4077053" cy="1204064"/>
          </a:xfrm>
          <a:prstGeom prst="rect">
            <a:avLst/>
          </a:prstGeom>
        </p:spPr>
      </p:pic>
    </p:spTree>
    <p:extLst>
      <p:ext uri="{BB962C8B-B14F-4D97-AF65-F5344CB8AC3E}">
        <p14:creationId xmlns:p14="http://schemas.microsoft.com/office/powerpoint/2010/main" val="1247968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51515"/>
        </a:solidFill>
        <a:effectLst/>
      </p:bgPr>
    </p:bg>
    <p:spTree>
      <p:nvGrpSpPr>
        <p:cNvPr id="1" name="">
          <a:extLst>
            <a:ext uri="{FF2B5EF4-FFF2-40B4-BE49-F238E27FC236}">
              <a16:creationId xmlns:a16="http://schemas.microsoft.com/office/drawing/2014/main" id="{BB1307E8-37EC-6D59-CA50-858BA75959CF}"/>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3BE75387-541A-6E31-EE49-24A89ABAF433}"/>
              </a:ext>
            </a:extLst>
          </p:cNvPr>
          <p:cNvSpPr txBox="1"/>
          <p:nvPr/>
        </p:nvSpPr>
        <p:spPr>
          <a:xfrm>
            <a:off x="2886956" y="5457734"/>
            <a:ext cx="6614733" cy="954107"/>
          </a:xfrm>
          <a:prstGeom prst="rect">
            <a:avLst/>
          </a:prstGeom>
          <a:noFill/>
        </p:spPr>
        <p:txBody>
          <a:bodyPr wrap="square" rtlCol="0">
            <a:spAutoFit/>
          </a:bodyPr>
          <a:lstStyle/>
          <a:p>
            <a:r>
              <a:rPr lang="en-US" sz="1400" b="1" dirty="0"/>
              <a:t>What is the average packing cost vs. average food cost for each brand?</a:t>
            </a:r>
            <a:endParaRPr lang="en-US" sz="1400" dirty="0"/>
          </a:p>
          <a:p>
            <a:endParaRPr lang="en-US" sz="1400" dirty="0"/>
          </a:p>
          <a:p>
            <a:r>
              <a:rPr lang="en-US" sz="1400" dirty="0"/>
              <a:t>This query highlights if a brand is overspending on premium packaging for low-ticket menu items.</a:t>
            </a:r>
            <a:endParaRPr lang="en-IN" sz="1400" dirty="0"/>
          </a:p>
        </p:txBody>
      </p:sp>
      <p:pic>
        <p:nvPicPr>
          <p:cNvPr id="4" name="Picture 3">
            <a:extLst>
              <a:ext uri="{FF2B5EF4-FFF2-40B4-BE49-F238E27FC236}">
                <a16:creationId xmlns:a16="http://schemas.microsoft.com/office/drawing/2014/main" id="{AF05B012-3935-B6B3-5587-982300FF9A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152" y="133034"/>
            <a:ext cx="10450520" cy="2861188"/>
          </a:xfrm>
          <a:prstGeom prst="rect">
            <a:avLst/>
          </a:prstGeom>
        </p:spPr>
      </p:pic>
      <p:pic>
        <p:nvPicPr>
          <p:cNvPr id="7" name="Picture 6">
            <a:extLst>
              <a:ext uri="{FF2B5EF4-FFF2-40B4-BE49-F238E27FC236}">
                <a16:creationId xmlns:a16="http://schemas.microsoft.com/office/drawing/2014/main" id="{506058F3-C312-1259-E55B-759E61B078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2094" y="3522257"/>
            <a:ext cx="4770495" cy="1524300"/>
          </a:xfrm>
          <a:prstGeom prst="rect">
            <a:avLst/>
          </a:prstGeom>
        </p:spPr>
      </p:pic>
    </p:spTree>
    <p:extLst>
      <p:ext uri="{BB962C8B-B14F-4D97-AF65-F5344CB8AC3E}">
        <p14:creationId xmlns:p14="http://schemas.microsoft.com/office/powerpoint/2010/main" val="2388105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51515"/>
        </a:solidFill>
        <a:effectLst/>
      </p:bgPr>
    </p:bg>
    <p:spTree>
      <p:nvGrpSpPr>
        <p:cNvPr id="1" name="">
          <a:extLst>
            <a:ext uri="{FF2B5EF4-FFF2-40B4-BE49-F238E27FC236}">
              <a16:creationId xmlns:a16="http://schemas.microsoft.com/office/drawing/2014/main" id="{59C2B5D3-9CDC-B746-876F-793335D9815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BF2A687-51FE-BEFB-4126-28FE1F217E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029" y="17383"/>
            <a:ext cx="8397968" cy="4229467"/>
          </a:xfrm>
          <a:prstGeom prst="rect">
            <a:avLst/>
          </a:prstGeom>
        </p:spPr>
      </p:pic>
      <p:sp>
        <p:nvSpPr>
          <p:cNvPr id="12" name="TextBox 11">
            <a:extLst>
              <a:ext uri="{FF2B5EF4-FFF2-40B4-BE49-F238E27FC236}">
                <a16:creationId xmlns:a16="http://schemas.microsoft.com/office/drawing/2014/main" id="{27D697DF-FE02-8A55-028D-D92B1BCFBDF5}"/>
              </a:ext>
            </a:extLst>
          </p:cNvPr>
          <p:cNvSpPr txBox="1"/>
          <p:nvPr/>
        </p:nvSpPr>
        <p:spPr>
          <a:xfrm>
            <a:off x="8052619" y="1913679"/>
            <a:ext cx="4041057" cy="4278094"/>
          </a:xfrm>
          <a:prstGeom prst="rect">
            <a:avLst/>
          </a:prstGeom>
          <a:noFill/>
        </p:spPr>
        <p:txBody>
          <a:bodyPr wrap="square" rtlCol="0">
            <a:spAutoFit/>
          </a:bodyPr>
          <a:lstStyle/>
          <a:p>
            <a:r>
              <a:rPr lang="en-IN" sz="1600" b="1" dirty="0"/>
              <a:t>Unit Economics per Brand per Time Slot</a:t>
            </a:r>
            <a:endParaRPr lang="en-IN" sz="1600" dirty="0"/>
          </a:p>
          <a:p>
            <a:endParaRPr lang="en-IN" sz="1600" dirty="0"/>
          </a:p>
          <a:p>
            <a:pPr marL="285750" indent="-285750">
              <a:buFont typeface="Arial" panose="020B0604020202020204" pitchFamily="34" charset="0"/>
              <a:buChar char="•"/>
            </a:pPr>
            <a:r>
              <a:rPr lang="en-IN" sz="1600" dirty="0"/>
              <a:t>This query evaluates the unit economics of each brand across different time slots by calculating gross revenue, net revenue, commission paid, variable costs, contribution margin, and contribution margin percentage for delivered orders. </a:t>
            </a:r>
            <a:br>
              <a:rPr lang="en-IN" sz="1600" dirty="0"/>
            </a:br>
            <a:br>
              <a:rPr lang="en-IN" sz="1600" dirty="0"/>
            </a:br>
            <a:endParaRPr lang="en-IN" sz="1600" dirty="0"/>
          </a:p>
          <a:p>
            <a:pPr marL="285750" indent="-285750">
              <a:buFont typeface="Arial" panose="020B0604020202020204" pitchFamily="34" charset="0"/>
              <a:buChar char="•"/>
            </a:pPr>
            <a:r>
              <a:rPr lang="en-IN" sz="1600" dirty="0"/>
              <a:t>It also ranks the time slots within each brand based on contribution margin percentage, helping identify the most profitable time periods for every brand.</a:t>
            </a:r>
          </a:p>
        </p:txBody>
      </p:sp>
      <p:pic>
        <p:nvPicPr>
          <p:cNvPr id="5" name="Picture 4">
            <a:extLst>
              <a:ext uri="{FF2B5EF4-FFF2-40B4-BE49-F238E27FC236}">
                <a16:creationId xmlns:a16="http://schemas.microsoft.com/office/drawing/2014/main" id="{4AB36DEF-EF28-EAF3-D1FE-69272326AD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837" y="4325506"/>
            <a:ext cx="6396869" cy="2448529"/>
          </a:xfrm>
          <a:prstGeom prst="rect">
            <a:avLst/>
          </a:prstGeom>
        </p:spPr>
      </p:pic>
    </p:spTree>
    <p:extLst>
      <p:ext uri="{BB962C8B-B14F-4D97-AF65-F5344CB8AC3E}">
        <p14:creationId xmlns:p14="http://schemas.microsoft.com/office/powerpoint/2010/main" val="3267479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51515"/>
        </a:solidFill>
        <a:effectLst/>
      </p:bgPr>
    </p:bg>
    <p:spTree>
      <p:nvGrpSpPr>
        <p:cNvPr id="1" name="">
          <a:extLst>
            <a:ext uri="{FF2B5EF4-FFF2-40B4-BE49-F238E27FC236}">
              <a16:creationId xmlns:a16="http://schemas.microsoft.com/office/drawing/2014/main" id="{0F9CE74A-2D33-81DE-2449-3E43CD929129}"/>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97B787B6-6060-72AA-F050-D5F8224F7205}"/>
              </a:ext>
            </a:extLst>
          </p:cNvPr>
          <p:cNvSpPr txBox="1"/>
          <p:nvPr/>
        </p:nvSpPr>
        <p:spPr>
          <a:xfrm>
            <a:off x="1710813" y="5093940"/>
            <a:ext cx="9832258" cy="1600438"/>
          </a:xfrm>
          <a:prstGeom prst="rect">
            <a:avLst/>
          </a:prstGeom>
          <a:noFill/>
        </p:spPr>
        <p:txBody>
          <a:bodyPr wrap="square" rtlCol="0">
            <a:spAutoFit/>
          </a:bodyPr>
          <a:lstStyle/>
          <a:p>
            <a:r>
              <a:rPr lang="en-IN" sz="1400" b="1" dirty="0"/>
              <a:t>Multi-dimensional Grain Analysis (Brand + Platform + Time Slot)</a:t>
            </a:r>
            <a:endParaRPr lang="en-IN" sz="1400" dirty="0"/>
          </a:p>
          <a:p>
            <a:endParaRPr lang="en-IN" sz="1400" dirty="0"/>
          </a:p>
          <a:p>
            <a:pPr marL="285750" indent="-285750">
              <a:buFont typeface="Arial" panose="020B0604020202020204" pitchFamily="34" charset="0"/>
              <a:buChar char="•"/>
            </a:pPr>
            <a:r>
              <a:rPr lang="en-IN" sz="1400" dirty="0"/>
              <a:t>This query analyzes order performance at the combined level of brand, platform, and time slot by calculating total orders, cancelled / refunded orders, and the cancellation/refund percentage. </a:t>
            </a:r>
            <a:br>
              <a:rPr lang="en-IN" sz="1400" dirty="0"/>
            </a:br>
            <a:endParaRPr lang="en-IN" sz="1400" dirty="0"/>
          </a:p>
          <a:p>
            <a:pPr marL="285750" indent="-285750">
              <a:buFont typeface="Arial" panose="020B0604020202020204" pitchFamily="34" charset="0"/>
              <a:buChar char="•"/>
            </a:pPr>
            <a:r>
              <a:rPr lang="en-IN" sz="1400" dirty="0"/>
              <a:t>It helps identify which brand-platform-time slot combinations experience the highest cancellation rates, enabling better operational and customer service decisions.</a:t>
            </a:r>
          </a:p>
        </p:txBody>
      </p:sp>
      <p:pic>
        <p:nvPicPr>
          <p:cNvPr id="3" name="Picture 2">
            <a:extLst>
              <a:ext uri="{FF2B5EF4-FFF2-40B4-BE49-F238E27FC236}">
                <a16:creationId xmlns:a16="http://schemas.microsoft.com/office/drawing/2014/main" id="{B8CF0492-2C15-610E-A9E0-DCE77A7269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98" y="95307"/>
            <a:ext cx="5803960" cy="4876348"/>
          </a:xfrm>
          <a:prstGeom prst="rect">
            <a:avLst/>
          </a:prstGeom>
        </p:spPr>
      </p:pic>
      <p:pic>
        <p:nvPicPr>
          <p:cNvPr id="7" name="Picture 6">
            <a:extLst>
              <a:ext uri="{FF2B5EF4-FFF2-40B4-BE49-F238E27FC236}">
                <a16:creationId xmlns:a16="http://schemas.microsoft.com/office/drawing/2014/main" id="{F8AA468F-8121-4170-6AA1-90A95DB2BB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6945" y="95307"/>
            <a:ext cx="5682394" cy="4427532"/>
          </a:xfrm>
          <a:prstGeom prst="rect">
            <a:avLst/>
          </a:prstGeom>
        </p:spPr>
      </p:pic>
    </p:spTree>
    <p:extLst>
      <p:ext uri="{BB962C8B-B14F-4D97-AF65-F5344CB8AC3E}">
        <p14:creationId xmlns:p14="http://schemas.microsoft.com/office/powerpoint/2010/main" val="511896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51515"/>
        </a:solidFill>
        <a:effectLst/>
      </p:bgPr>
    </p:bg>
    <p:spTree>
      <p:nvGrpSpPr>
        <p:cNvPr id="1" name="">
          <a:extLst>
            <a:ext uri="{FF2B5EF4-FFF2-40B4-BE49-F238E27FC236}">
              <a16:creationId xmlns:a16="http://schemas.microsoft.com/office/drawing/2014/main" id="{1AE9F2FF-E362-971E-47DD-6E27E8EBEA93}"/>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61D98AC0-F2D6-C84A-B638-ACFADA42F757}"/>
              </a:ext>
            </a:extLst>
          </p:cNvPr>
          <p:cNvSpPr txBox="1"/>
          <p:nvPr/>
        </p:nvSpPr>
        <p:spPr>
          <a:xfrm>
            <a:off x="1150373" y="5444932"/>
            <a:ext cx="10471355" cy="1169551"/>
          </a:xfrm>
          <a:prstGeom prst="rect">
            <a:avLst/>
          </a:prstGeom>
          <a:noFill/>
        </p:spPr>
        <p:txBody>
          <a:bodyPr wrap="square" rtlCol="0">
            <a:spAutoFit/>
          </a:bodyPr>
          <a:lstStyle/>
          <a:p>
            <a:r>
              <a:rPr lang="en-US" sz="1400" b="1" dirty="0"/>
              <a:t>How does the Contribution Margin % (CM%) behave on Weekends vs. Weekdays?</a:t>
            </a:r>
            <a:endParaRPr lang="en-US" sz="1400" dirty="0"/>
          </a:p>
          <a:p>
            <a:endParaRPr lang="en-US" sz="1400" dirty="0"/>
          </a:p>
          <a:p>
            <a:r>
              <a:rPr lang="en-US" sz="1400" dirty="0"/>
              <a:t>Operational Recommendation: </a:t>
            </a:r>
          </a:p>
          <a:p>
            <a:r>
              <a:rPr lang="en-US" sz="1400" dirty="0"/>
              <a:t>The company should allocate 60% of  performance marketing budget exclusively to Friday-Sunday campaigns,  as physical kitchen spaces yield disproportionately higher cash velocity during weekend spikes.</a:t>
            </a:r>
            <a:endParaRPr lang="en-IN" sz="1400" dirty="0"/>
          </a:p>
        </p:txBody>
      </p:sp>
      <p:pic>
        <p:nvPicPr>
          <p:cNvPr id="3" name="Picture 2">
            <a:extLst>
              <a:ext uri="{FF2B5EF4-FFF2-40B4-BE49-F238E27FC236}">
                <a16:creationId xmlns:a16="http://schemas.microsoft.com/office/drawing/2014/main" id="{0F16D390-511C-7260-EAF4-58795CD97E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522"/>
            <a:ext cx="12192000" cy="4440590"/>
          </a:xfrm>
          <a:prstGeom prst="rect">
            <a:avLst/>
          </a:prstGeom>
        </p:spPr>
      </p:pic>
      <p:pic>
        <p:nvPicPr>
          <p:cNvPr id="5" name="Picture 4">
            <a:extLst>
              <a:ext uri="{FF2B5EF4-FFF2-40B4-BE49-F238E27FC236}">
                <a16:creationId xmlns:a16="http://schemas.microsoft.com/office/drawing/2014/main" id="{CA336EF5-6F89-50E0-A869-D549AE5D4E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1937" y="4504112"/>
            <a:ext cx="6502420" cy="838651"/>
          </a:xfrm>
          <a:prstGeom prst="rect">
            <a:avLst/>
          </a:prstGeom>
        </p:spPr>
      </p:pic>
    </p:spTree>
    <p:extLst>
      <p:ext uri="{BB962C8B-B14F-4D97-AF65-F5344CB8AC3E}">
        <p14:creationId xmlns:p14="http://schemas.microsoft.com/office/powerpoint/2010/main" val="1756498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51515"/>
        </a:solidFill>
        <a:effectLst/>
      </p:bgPr>
    </p:bg>
    <p:spTree>
      <p:nvGrpSpPr>
        <p:cNvPr id="1" name="">
          <a:extLst>
            <a:ext uri="{FF2B5EF4-FFF2-40B4-BE49-F238E27FC236}">
              <a16:creationId xmlns:a16="http://schemas.microsoft.com/office/drawing/2014/main" id="{3FEF6FB0-D3A3-C689-C3D1-6BAEB88B6328}"/>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0B09A456-83CA-C0F1-36F4-9257B1AA2587}"/>
              </a:ext>
            </a:extLst>
          </p:cNvPr>
          <p:cNvSpPr txBox="1"/>
          <p:nvPr/>
        </p:nvSpPr>
        <p:spPr>
          <a:xfrm>
            <a:off x="2190729" y="5516727"/>
            <a:ext cx="7810541" cy="954107"/>
          </a:xfrm>
          <a:prstGeom prst="rect">
            <a:avLst/>
          </a:prstGeom>
          <a:noFill/>
        </p:spPr>
        <p:txBody>
          <a:bodyPr wrap="square" rtlCol="0">
            <a:spAutoFit/>
          </a:bodyPr>
          <a:lstStyle/>
          <a:p>
            <a:r>
              <a:rPr lang="en-IN" sz="1400" b="1" dirty="0"/>
              <a:t>Rolling 30-Day Contribution Margin Trend per Brand</a:t>
            </a:r>
          </a:p>
          <a:p>
            <a:endParaRPr lang="en-IN" sz="1400" dirty="0"/>
          </a:p>
          <a:p>
            <a:r>
              <a:rPr lang="en-IN" sz="1400" dirty="0"/>
              <a:t>It helps smooth out daily fluctuations, making it easier to identify long-term performance patterns and monitor whether a brand's profitability is improving or declining.</a:t>
            </a:r>
          </a:p>
        </p:txBody>
      </p:sp>
      <p:pic>
        <p:nvPicPr>
          <p:cNvPr id="3" name="Picture 2">
            <a:extLst>
              <a:ext uri="{FF2B5EF4-FFF2-40B4-BE49-F238E27FC236}">
                <a16:creationId xmlns:a16="http://schemas.microsoft.com/office/drawing/2014/main" id="{BD522B5D-7782-7990-F46A-B4072B1B62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8096339" cy="5132439"/>
          </a:xfrm>
          <a:prstGeom prst="rect">
            <a:avLst/>
          </a:prstGeom>
        </p:spPr>
      </p:pic>
      <p:pic>
        <p:nvPicPr>
          <p:cNvPr id="5" name="Picture 4">
            <a:extLst>
              <a:ext uri="{FF2B5EF4-FFF2-40B4-BE49-F238E27FC236}">
                <a16:creationId xmlns:a16="http://schemas.microsoft.com/office/drawing/2014/main" id="{DC8D789E-D2C8-F6D4-A039-25ED51B809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7664" y="97674"/>
            <a:ext cx="3825572" cy="5034765"/>
          </a:xfrm>
          <a:prstGeom prst="rect">
            <a:avLst/>
          </a:prstGeom>
        </p:spPr>
      </p:pic>
    </p:spTree>
    <p:extLst>
      <p:ext uri="{BB962C8B-B14F-4D97-AF65-F5344CB8AC3E}">
        <p14:creationId xmlns:p14="http://schemas.microsoft.com/office/powerpoint/2010/main" val="3744773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51515"/>
        </a:solidFill>
        <a:effectLst/>
      </p:bgPr>
    </p:bg>
    <p:spTree>
      <p:nvGrpSpPr>
        <p:cNvPr id="1" name="">
          <a:extLst>
            <a:ext uri="{FF2B5EF4-FFF2-40B4-BE49-F238E27FC236}">
              <a16:creationId xmlns:a16="http://schemas.microsoft.com/office/drawing/2014/main" id="{F096D324-6D96-3920-11E1-CB80BE902343}"/>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1236AA7E-BD4B-318E-BFAD-1BEB4D7EC7C9}"/>
              </a:ext>
            </a:extLst>
          </p:cNvPr>
          <p:cNvSpPr txBox="1"/>
          <p:nvPr/>
        </p:nvSpPr>
        <p:spPr>
          <a:xfrm>
            <a:off x="2532994" y="5713372"/>
            <a:ext cx="6614733" cy="954107"/>
          </a:xfrm>
          <a:prstGeom prst="rect">
            <a:avLst/>
          </a:prstGeom>
          <a:noFill/>
        </p:spPr>
        <p:txBody>
          <a:bodyPr wrap="square" rtlCol="0">
            <a:spAutoFit/>
          </a:bodyPr>
          <a:lstStyle/>
          <a:p>
            <a:r>
              <a:rPr lang="en-IN" sz="1400" b="1" dirty="0"/>
              <a:t>Month-on-Month (MoM) Growth</a:t>
            </a:r>
            <a:endParaRPr lang="en-US" sz="1400" b="1" dirty="0"/>
          </a:p>
          <a:p>
            <a:endParaRPr lang="en-IN" sz="1400" dirty="0"/>
          </a:p>
          <a:p>
            <a:r>
              <a:rPr lang="en-IN" sz="1400" dirty="0"/>
              <a:t>It helps track revenue trends over time, making it easy to identify periods of business growth, decline, or stable performance for each brand.</a:t>
            </a:r>
          </a:p>
        </p:txBody>
      </p:sp>
      <p:pic>
        <p:nvPicPr>
          <p:cNvPr id="3" name="Picture 2">
            <a:extLst>
              <a:ext uri="{FF2B5EF4-FFF2-40B4-BE49-F238E27FC236}">
                <a16:creationId xmlns:a16="http://schemas.microsoft.com/office/drawing/2014/main" id="{0991A0EF-079B-AB71-2AA6-3B70EBEC09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47" y="15663"/>
            <a:ext cx="8119086" cy="5500234"/>
          </a:xfrm>
          <a:prstGeom prst="rect">
            <a:avLst/>
          </a:prstGeom>
        </p:spPr>
      </p:pic>
      <p:pic>
        <p:nvPicPr>
          <p:cNvPr id="5" name="Picture 4">
            <a:extLst>
              <a:ext uri="{FF2B5EF4-FFF2-40B4-BE49-F238E27FC236}">
                <a16:creationId xmlns:a16="http://schemas.microsoft.com/office/drawing/2014/main" id="{201F73FD-32CA-41DC-35A8-0406CCC10F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83533" y="-1"/>
            <a:ext cx="4008467" cy="5352749"/>
          </a:xfrm>
          <a:prstGeom prst="rect">
            <a:avLst/>
          </a:prstGeom>
        </p:spPr>
      </p:pic>
    </p:spTree>
    <p:extLst>
      <p:ext uri="{BB962C8B-B14F-4D97-AF65-F5344CB8AC3E}">
        <p14:creationId xmlns:p14="http://schemas.microsoft.com/office/powerpoint/2010/main" val="2154284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51515"/>
        </a:solidFill>
        <a:effectLst/>
      </p:bgPr>
    </p:bg>
    <p:spTree>
      <p:nvGrpSpPr>
        <p:cNvPr id="1" name="">
          <a:extLst>
            <a:ext uri="{FF2B5EF4-FFF2-40B4-BE49-F238E27FC236}">
              <a16:creationId xmlns:a16="http://schemas.microsoft.com/office/drawing/2014/main" id="{74F1A2D5-A843-25E8-6793-229A9F60274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0E269DD-E4B6-00BF-81B7-4132601F4E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19DB94FF-7667-4ABD-EA9A-8DCC3DB88874}"/>
              </a:ext>
            </a:extLst>
          </p:cNvPr>
          <p:cNvSpPr txBox="1"/>
          <p:nvPr/>
        </p:nvSpPr>
        <p:spPr>
          <a:xfrm>
            <a:off x="7423355" y="540774"/>
            <a:ext cx="4463845" cy="1661993"/>
          </a:xfrm>
          <a:prstGeom prst="rect">
            <a:avLst/>
          </a:prstGeom>
          <a:noFill/>
        </p:spPr>
        <p:txBody>
          <a:bodyPr wrap="square" rtlCol="0">
            <a:spAutoFit/>
          </a:bodyPr>
          <a:lstStyle/>
          <a:p>
            <a:r>
              <a:rPr lang="en-IN" sz="1400" b="1" dirty="0"/>
              <a:t>Brand Unit Economics View</a:t>
            </a:r>
            <a:br>
              <a:rPr lang="en-IN" dirty="0"/>
            </a:br>
            <a:endParaRPr lang="en-IN" dirty="0"/>
          </a:p>
          <a:p>
            <a:r>
              <a:rPr lang="en-IN" sz="1400" dirty="0"/>
              <a:t>It provides a reusable analytical layer that simplifies reporting and enables faster analysis of profitability across brands, platforms, time slots, and delivery zones without rewriting complex calculations.</a:t>
            </a:r>
            <a:endParaRPr lang="en-IN" dirty="0"/>
          </a:p>
        </p:txBody>
      </p:sp>
    </p:spTree>
    <p:extLst>
      <p:ext uri="{BB962C8B-B14F-4D97-AF65-F5344CB8AC3E}">
        <p14:creationId xmlns:p14="http://schemas.microsoft.com/office/powerpoint/2010/main" val="26705566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
  <TotalTime>263</TotalTime>
  <Words>402</Words>
  <Application>Microsoft Office PowerPoint</Application>
  <PresentationFormat>Widescreen</PresentationFormat>
  <Paragraphs>28</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Century Gothic</vt:lpstr>
      <vt:lpstr>Mesh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ACHYUT BHARDWAZ</dc:creator>
  <cp:lastModifiedBy>ACHYUT BHARDWAZ</cp:lastModifiedBy>
  <cp:revision>1</cp:revision>
  <dcterms:created xsi:type="dcterms:W3CDTF">2026-06-26T10:14:41Z</dcterms:created>
  <dcterms:modified xsi:type="dcterms:W3CDTF">2026-06-26T16:20:29Z</dcterms:modified>
</cp:coreProperties>
</file>